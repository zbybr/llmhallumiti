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B0C4B1-B12B-1259-2708-F66B372AB7C3}"/>
              </a:ext>
            </a:extLst>
          </p:cNvPr>
          <p:cNvSpPr txBox="1"/>
          <p:nvPr/>
        </p:nvSpPr>
        <p:spPr>
          <a:xfrm>
            <a:off x="479719" y="151179"/>
            <a:ext cx="1121922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to LLM -&gt;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-&gt; prompt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fault injection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(could also use mutations in recheck process, which surely can improve effectiveness)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Prompt example: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RECHECK_PROMPT = 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"""You must assume that the **original response** contains hallucinations or factual errors in answering the given question. Your task is to fact-check it and provide a corrected one-sentence answer.</a:t>
            </a:r>
          </a:p>
          <a:p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"""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Baseline ProCo workflow: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8FB455-5BC9-35EC-B29E-233E6A540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9" y="3813720"/>
            <a:ext cx="10609622" cy="30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 on gpt-4o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dataset: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224 (85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63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TriviaQA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76 from HotpotQA)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Randomly select about 50%(111) samples to generate hallucination base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reponse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Baseline: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ProCo (from the paper Large Language Models Can Self-Correct with Key Condition Verification,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EMNLP 2024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 parameters: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provided by approaches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unsuccessful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!=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Unable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33DA-5BC4-3128-4B72-2E2279D8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9776EFB-8D87-EA22-B01C-4E1567653A07}"/>
              </a:ext>
            </a:extLst>
          </p:cNvPr>
          <p:cNvSpPr txBox="1"/>
          <p:nvPr/>
        </p:nvSpPr>
        <p:spPr>
          <a:xfrm>
            <a:off x="0" y="120402"/>
            <a:ext cx="12192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results:</a:t>
            </a: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35/220 (50% -&gt; 15.91%) &lt;-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有几个数据传输的时候出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bug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了，于是删了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92/109 (84.40%), unsuccessful repair: 9/109 (8.26%), unable repair: 8/109 (7.34%)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20/111 (18.02%)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289.43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1.4267s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ProCo-single iteration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89/224 (50%-&gt; 39.73%)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54/111 (48.65%), unsuccessful repair: 57/111 (51.35%) &lt;-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这部分没分开统计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32/113 (28.32%)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2560.37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20.6160s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ProCo-3 iterations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hallucination after repair: 92/224 (50%-&gt; 41.07%)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45/112 (40.54%), unsuccessful repair: 66/111 (59.46%)&lt;-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感觉是运气不好，之前实验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Unnecessary repair: 26/113 (23.01%)                                                               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结果会比单次迭代好一点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question: 4182.46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question: 143.3823s &lt;-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跑的时候网络卡了，可能不准，大概是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40-50</a:t>
            </a:r>
          </a:p>
        </p:txBody>
      </p:sp>
    </p:spTree>
    <p:extLst>
      <p:ext uri="{BB962C8B-B14F-4D97-AF65-F5344CB8AC3E}">
        <p14:creationId xmlns:p14="http://schemas.microsoft.com/office/powerpoint/2010/main" val="356526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274B-72A9-FC13-E7BE-D663AC6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92F690-233A-A801-D794-02C398189544}"/>
              </a:ext>
            </a:extLst>
          </p:cNvPr>
          <p:cNvSpPr txBox="1"/>
          <p:nvPr/>
        </p:nvSpPr>
        <p:spPr>
          <a:xfrm>
            <a:off x="479719" y="151179"/>
            <a:ext cx="1123256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 and TODO List: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ProCo does not perform well in the general QA setting, although it shows strong performance in math and decision-making QA. In their paper, they report only 47% exact match (EM) on HotpotQA and Natural Questions (NQ), which is consistent with our comparison experiment results.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source code of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(from the paper Chain-of-Verification Reduces Hallucination in Large Language Models, Meta AI) has been deployed, and I’m currently running it as another baseline, expect to obtain the results by Friday.</a:t>
            </a:r>
          </a:p>
          <a:p>
            <a:pPr marL="457200" indent="-457200">
              <a:buAutoNum type="arabicPeriod"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ProgCo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(from paper: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ProgCo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Program Helps Self-Correction of Large Language Models,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ACL 2025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 we could also try this method as baseline, they use program verification for their verify process; however, their codes are hard to read and modify(working on that).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Most recent methods rely on RAG or other external resources. In contrast, we could tell story that our approach focuses on 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zero-resource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self-correction,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direction that has received little attention in recent years.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Run comparison experiment on gpt-5 with and without auto-thinking</a:t>
            </a:r>
          </a:p>
        </p:txBody>
      </p:sp>
    </p:spTree>
    <p:extLst>
      <p:ext uri="{BB962C8B-B14F-4D97-AF65-F5344CB8AC3E}">
        <p14:creationId xmlns:p14="http://schemas.microsoft.com/office/powerpoint/2010/main" val="36043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631</Words>
  <Application>Microsoft Office PowerPoint</Application>
  <PresentationFormat>宽屏</PresentationFormat>
  <Paragraphs>49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Borui Yang</cp:lastModifiedBy>
  <cp:revision>10</cp:revision>
  <dcterms:created xsi:type="dcterms:W3CDTF">2025-10-23T01:47:16Z</dcterms:created>
  <dcterms:modified xsi:type="dcterms:W3CDTF">2025-10-28T06:04:53Z</dcterms:modified>
</cp:coreProperties>
</file>