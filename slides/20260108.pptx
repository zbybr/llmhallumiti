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4" r:id="rId4"/>
    <p:sldId id="263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clanthology.org/2025.emnlp-main.138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98100F-D511-C3F5-4EF0-57F49F02315C}"/>
              </a:ext>
            </a:extLst>
          </p:cNvPr>
          <p:cNvSpPr txBox="1"/>
          <p:nvPr/>
        </p:nvSpPr>
        <p:spPr>
          <a:xfrm>
            <a:off x="479719" y="151179"/>
            <a:ext cx="11219222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Verbalized Sampling: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You are a helpful assistant. For each query, please generate a set of five possible responses, each within a separate &lt;response&gt; tag. Responses should each include a &lt;text&gt; and a numeric &lt;probability&gt;. Please sample at random from the [full distribution / tails of the distribution, such that the probability of each response is less than 0.10].</a:t>
            </a: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…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&lt;response&gt;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&lt;text&gt;context&lt;/text&gt;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&lt;probability&gt;X&lt;/probability&gt;	X=The probability that the LLM will output this context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20490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CDB66FC-A478-A5D9-7F48-F4D1463C4666}"/>
              </a:ext>
            </a:extLst>
          </p:cNvPr>
          <p:cNvSpPr txBox="1"/>
          <p:nvPr/>
        </p:nvSpPr>
        <p:spPr>
          <a:xfrm>
            <a:off x="479719" y="151179"/>
            <a:ext cx="11219222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Confidence score vs Ranking vs Majority voting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From Generation to Judgment: Opportunities and Challenges of LLM-as-a-judge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Final Experiment datasets: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817 samples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400 samples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FreshQA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1067 samples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HotpotQA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Final Experiment models: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open-source model: gemma-3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close-source models: gpt-4o, gpt-5,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gemini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-pro-latest</a:t>
            </a:r>
            <a:r>
              <a:rPr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, claude-sonnet-4-5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04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0B924336-BE1D-805E-6FF2-A38E6E583AAE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 descr="图表, 条形图&#10;&#10;AI 生成的内容可能不正确。">
            <a:extLst>
              <a:ext uri="{FF2B5EF4-FFF2-40B4-BE49-F238E27FC236}">
                <a16:creationId xmlns:a16="http://schemas.microsoft.com/office/drawing/2014/main" id="{FB57E768-1592-5B5F-A7B9-87E562720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0" y="735954"/>
            <a:ext cx="4785360" cy="5189220"/>
          </a:xfrm>
          <a:prstGeom prst="rect">
            <a:avLst/>
          </a:prstGeom>
        </p:spPr>
      </p:pic>
      <p:pic>
        <p:nvPicPr>
          <p:cNvPr id="8" name="图片 7" descr="图表, 条形图&#10;&#10;AI 生成的内容可能不正确。">
            <a:extLst>
              <a:ext uri="{FF2B5EF4-FFF2-40B4-BE49-F238E27FC236}">
                <a16:creationId xmlns:a16="http://schemas.microsoft.com/office/drawing/2014/main" id="{4925B989-5A23-5FC7-C0F7-4E34F783E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130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792478"/>
              </p:ext>
            </p:extLst>
          </p:nvPr>
        </p:nvGraphicFramePr>
        <p:xfrm>
          <a:off x="5473609" y="735954"/>
          <a:ext cx="6238673" cy="1283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239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1620127239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425524162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Token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(CoVe)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our approach - vs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101.73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2633.25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3808.19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197.15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1763.87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596.13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87.03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6824.61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7828.29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188.51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1775.89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580.05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88838"/>
              </p:ext>
            </p:extLst>
          </p:nvPr>
        </p:nvGraphicFramePr>
        <p:xfrm>
          <a:off x="5473609" y="2019389"/>
          <a:ext cx="6225331" cy="12762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333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4228366896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3963888700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Time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our approach - vs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30.0015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35.7001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1.8135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11.2498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4.4483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12.4434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202.180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142.808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21.4348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187.810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36.9961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C0CCBC1A-83EC-228E-417D-8BB79203B20F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E0732084-029F-0C9E-16EA-D9609DBC2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59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4034</TotalTime>
  <Words>249</Words>
  <Application>Microsoft Office PowerPoint</Application>
  <PresentationFormat>宽屏</PresentationFormat>
  <Paragraphs>68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28</cp:revision>
  <dcterms:created xsi:type="dcterms:W3CDTF">2025-10-23T01:47:16Z</dcterms:created>
  <dcterms:modified xsi:type="dcterms:W3CDTF">2025-12-18T12:37:16Z</dcterms:modified>
</cp:coreProperties>
</file>