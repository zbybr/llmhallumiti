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6" r:id="rId3"/>
    <p:sldId id="26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2026/1/8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表, 条形图&#10;&#10;AI 生成的内容可能不正确。">
            <a:extLst>
              <a:ext uri="{FF2B5EF4-FFF2-40B4-BE49-F238E27FC236}">
                <a16:creationId xmlns:a16="http://schemas.microsoft.com/office/drawing/2014/main" id="{AAEEFAF9-0692-5317-7DBF-7438FE01A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532" y="834390"/>
            <a:ext cx="4785360" cy="5189220"/>
          </a:xfrm>
          <a:prstGeom prst="rect">
            <a:avLst/>
          </a:prstGeom>
        </p:spPr>
      </p:pic>
      <p:pic>
        <p:nvPicPr>
          <p:cNvPr id="13" name="图片 12" descr="图表, 条形图&#10;&#10;AI 生成的内容可能不正确。">
            <a:extLst>
              <a:ext uri="{FF2B5EF4-FFF2-40B4-BE49-F238E27FC236}">
                <a16:creationId xmlns:a16="http://schemas.microsoft.com/office/drawing/2014/main" id="{A6A6B390-9DAC-F280-2A71-6928DD5A1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109" y="834390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257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CDB66FC-A478-A5D9-7F48-F4D1463C4666}"/>
              </a:ext>
            </a:extLst>
          </p:cNvPr>
          <p:cNvSpPr txBox="1"/>
          <p:nvPr/>
        </p:nvSpPr>
        <p:spPr>
          <a:xfrm>
            <a:off x="479719" y="151179"/>
            <a:ext cx="11219222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setup: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Experiment models: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open-source model: qwen3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close-source models: gpt-4o, gpt-5, gemini-3-pro-preview-11-2025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Experiment datasets: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817 samples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399 samples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FreshQA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610 samples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HotpotQA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1826 samples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04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DD900-9247-17A7-AA73-6EC198B8E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3F56270-4478-A98D-9C20-529D9176D4A1}"/>
              </a:ext>
            </a:extLst>
          </p:cNvPr>
          <p:cNvSpPr txBox="1"/>
          <p:nvPr/>
        </p:nvSpPr>
        <p:spPr>
          <a:xfrm>
            <a:off x="479719" y="151179"/>
            <a:ext cx="11219222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Research Questions:</a:t>
            </a:r>
          </a:p>
          <a:p>
            <a:endParaRPr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RQ1: overall performance (repair accuracy)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comparison between approaches without external knowledge source (chain of thought, chain of verification, our approach, our approach with mutations)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comparison between approaches with external knowledge source (cove-search engine, RAG, our approach, our approach with mutations)</a:t>
            </a: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to compare with RAG?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RQ2: overcorrection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RQ3: stability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RQ4: ablations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number of mutations: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temperature in (mutation generation,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llm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-as-judge)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inner comparison in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llm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-as-judge (majority voting, confidence score, ranking)</a:t>
            </a:r>
          </a:p>
        </p:txBody>
      </p:sp>
    </p:spTree>
    <p:extLst>
      <p:ext uri="{BB962C8B-B14F-4D97-AF65-F5344CB8AC3E}">
        <p14:creationId xmlns:p14="http://schemas.microsoft.com/office/powerpoint/2010/main" val="547329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4127</TotalTime>
  <Words>134</Words>
  <Application>Microsoft Office PowerPoint</Application>
  <PresentationFormat>宽屏</PresentationFormat>
  <Paragraphs>26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29</cp:revision>
  <dcterms:created xsi:type="dcterms:W3CDTF">2025-10-23T01:47:16Z</dcterms:created>
  <dcterms:modified xsi:type="dcterms:W3CDTF">2026-01-08T10:38:42Z</dcterms:modified>
</cp:coreProperties>
</file>