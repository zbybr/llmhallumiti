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8" r:id="rId2"/>
    <p:sldId id="266" r:id="rId3"/>
    <p:sldId id="267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834" y="1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4C600F7-6B72-F3AD-8C69-5260596089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D493BAB1-59F8-9FBB-5DBB-E06924AADB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532ABE4-245E-CE41-36E8-3801435D2D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567BA6-CBC2-4FF0-810E-3ED1BF2C4381}" type="datetimeFigureOut">
              <a:rPr lang="zh-CN" altLang="en-US" smtClean="0"/>
              <a:t>2026/1/8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7DEB191-3F46-E5A2-0D10-F0BF6B711F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ACF3216-1358-2913-E5EE-C9DCAC8C1B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74168C-7CD7-4A79-AD18-9DAEF273963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464712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3E33FB9-2A7E-F0A5-D17B-4767E0B9A6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275ADB3-0F06-48FA-69F7-57F5CA10B9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AB798C3-FB6F-BDAD-6B4A-6C445B0C3F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567BA6-CBC2-4FF0-810E-3ED1BF2C4381}" type="datetimeFigureOut">
              <a:rPr lang="zh-CN" altLang="en-US" smtClean="0"/>
              <a:t>2026/1/8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2160D96-E3C1-4D61-8800-ABF0CE955A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35D3D0D-46A8-A743-8ABF-9BA7071C3A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74168C-7CD7-4A79-AD18-9DAEF273963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237955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A67920A-EA26-D382-E24A-1B386416ED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F39D1C0-C37D-12FA-0D25-68F67E78C5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7EE6CAB-49CB-5404-4835-0BC3E71D61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567BA6-CBC2-4FF0-810E-3ED1BF2C4381}" type="datetimeFigureOut">
              <a:rPr lang="zh-CN" altLang="en-US" smtClean="0"/>
              <a:t>2026/1/8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B728C89-C45D-6855-ABF5-D2EF75218E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FDA6FDB-FA25-8F71-9CE4-83636F5EF7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74168C-7CD7-4A79-AD18-9DAEF273963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627453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CC62E18-4453-6DEB-B40C-CD2D81B1F8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24A4DF9-7C85-1FAF-9816-16C3CDB1987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52A9494-DD73-02A3-C7B6-8F05616CB8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0C9527A-1605-7653-7CCF-39580F6822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567BA6-CBC2-4FF0-810E-3ED1BF2C4381}" type="datetimeFigureOut">
              <a:rPr lang="zh-CN" altLang="en-US" smtClean="0"/>
              <a:t>2026/1/8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944C8DD-331C-D9D9-7872-6CC4E16CF7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042A237-BB62-8608-F758-8A09723013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74168C-7CD7-4A79-AD18-9DAEF273963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788198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360D5A-9D5C-9689-9B10-FA83B1A5E1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726C1F5-03D6-81B7-9E30-61E5BFE8D9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9E37C45-C805-6CCE-9ADB-BF729371ED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5031409-7F3E-E7F4-C69E-4878CDFC31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25681B89-2122-46B4-2828-B0890167E3B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56F417C3-70AD-8C62-0982-0DB7C4C5A8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567BA6-CBC2-4FF0-810E-3ED1BF2C4381}" type="datetimeFigureOut">
              <a:rPr lang="zh-CN" altLang="en-US" smtClean="0"/>
              <a:t>2026/1/8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42CD5712-D9D7-272C-A163-2C8B24A0FA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847DD4F1-EB8F-0049-802E-3128C423CF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74168C-7CD7-4A79-AD18-9DAEF273963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251239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149D364-9601-498C-AE16-B34101DD01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0BDF79B-135B-AE56-F976-2A347F17FF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567BA6-CBC2-4FF0-810E-3ED1BF2C4381}" type="datetimeFigureOut">
              <a:rPr lang="zh-CN" altLang="en-US" smtClean="0"/>
              <a:t>2026/1/8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5F11EAF4-0AC2-F56F-5E8D-F18780A226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2E23DFF-D36E-FF74-4722-404513F843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74168C-7CD7-4A79-AD18-9DAEF273963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51301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DF21D5A7-2019-837F-93F5-F1D460B281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567BA6-CBC2-4FF0-810E-3ED1BF2C4381}" type="datetimeFigureOut">
              <a:rPr lang="zh-CN" altLang="en-US" smtClean="0"/>
              <a:t>2026/1/8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0B424F25-0C5E-A414-EE9D-9CD094C18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AEE107D-4061-D7AF-8884-AD0A47CA32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74168C-7CD7-4A79-AD18-9DAEF273963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81419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5B999EF-2E5C-8998-F8EC-0725BB8A58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6F73133-2475-FF08-8755-FA192072C2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4C87FBF-0D6C-BB59-88E9-4061540F65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82A87AA-1679-93CD-9FEB-316FF7EBE3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567BA6-CBC2-4FF0-810E-3ED1BF2C4381}" type="datetimeFigureOut">
              <a:rPr lang="zh-CN" altLang="en-US" smtClean="0"/>
              <a:t>2026/1/8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9E53B45-B69B-A63F-13A1-586B75336D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16B9376-6C5C-E8A0-56D0-A5CBF20791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74168C-7CD7-4A79-AD18-9DAEF273963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570871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440993B-8905-4A28-E46A-8392036BED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CFC02B05-507D-4ADD-D4A4-36CE54E034B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1637A76-7414-15E2-37B7-A2D11F2A0C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0C6F4D3-B8DE-4AD9-8318-50182AADEF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567BA6-CBC2-4FF0-810E-3ED1BF2C4381}" type="datetimeFigureOut">
              <a:rPr lang="zh-CN" altLang="en-US" smtClean="0"/>
              <a:t>2026/1/8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8569634-3E1A-45F1-2538-35FC362A2E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D68CFD4-3935-59FF-04AB-743EEADAC0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74168C-7CD7-4A79-AD18-9DAEF273963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797478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091672C-9584-ADBA-58FC-C4DAE6A87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B3D049C-FDC8-CAAC-84DA-E8AF124411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0CCEA9C-9A04-C93C-A42B-92872A7B47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567BA6-CBC2-4FF0-810E-3ED1BF2C4381}" type="datetimeFigureOut">
              <a:rPr lang="zh-CN" altLang="en-US" smtClean="0"/>
              <a:t>2026/1/8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5E360-0E79-04F8-5099-99204F413C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CFD7B21-B1F1-6A66-019C-9D3023A9F0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74168C-7CD7-4A79-AD18-9DAEF273963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08844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31AC4D5A-FC74-BB97-C4FC-3887DF22166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E909980-3F0E-2F7A-8C68-DBFB21EB82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9EBD08A-8EDD-30AA-FCC7-DEE515A862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567BA6-CBC2-4FF0-810E-3ED1BF2C4381}" type="datetimeFigureOut">
              <a:rPr lang="zh-CN" altLang="en-US" smtClean="0"/>
              <a:t>2026/1/8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7795A92-400D-8695-C73F-68A9C7923E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64CE691-FE35-D142-C033-41172C71E2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74168C-7CD7-4A79-AD18-9DAEF273963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919765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AB301488-E2FD-10DA-438D-7C227ACBC1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0E4A784-9528-05B1-E5AD-0F42D86823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C39E040-89AD-F21A-8E68-F6951EFDBF9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567BA6-CBC2-4FF0-810E-3ED1BF2C4381}" type="datetimeFigureOut">
              <a:rPr lang="zh-CN" altLang="en-US" smtClean="0"/>
              <a:t>2026/1/8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810621E-343D-5ED1-73EE-C36E2F0D1BE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4A2FD49-3D39-0E28-39AE-E1D4302F13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74168C-7CD7-4A79-AD18-9DAEF273963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024923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 descr="图表, 条形图&#10;&#10;AI 生成的内容可能不正确。">
            <a:extLst>
              <a:ext uri="{FF2B5EF4-FFF2-40B4-BE49-F238E27FC236}">
                <a16:creationId xmlns:a16="http://schemas.microsoft.com/office/drawing/2014/main" id="{AAEEFAF9-0692-5317-7DBF-7438FE01AF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532" y="834390"/>
            <a:ext cx="4785360" cy="5189220"/>
          </a:xfrm>
          <a:prstGeom prst="rect">
            <a:avLst/>
          </a:prstGeom>
        </p:spPr>
      </p:pic>
      <p:pic>
        <p:nvPicPr>
          <p:cNvPr id="13" name="图片 12" descr="图表, 条形图&#10;&#10;AI 生成的内容可能不正确。">
            <a:extLst>
              <a:ext uri="{FF2B5EF4-FFF2-40B4-BE49-F238E27FC236}">
                <a16:creationId xmlns:a16="http://schemas.microsoft.com/office/drawing/2014/main" id="{A6A6B390-9DAC-F280-2A71-6928DD5A11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0109" y="834390"/>
            <a:ext cx="4785360" cy="5189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82574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BCDB66FC-A478-A5D9-7F48-F4D1463C4666}"/>
              </a:ext>
            </a:extLst>
          </p:cNvPr>
          <p:cNvSpPr txBox="1"/>
          <p:nvPr/>
        </p:nvSpPr>
        <p:spPr>
          <a:xfrm>
            <a:off x="479719" y="151179"/>
            <a:ext cx="11219222" cy="42165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>
                <a:latin typeface="Arial" panose="020B0604020202020204" pitchFamily="34" charset="0"/>
                <a:cs typeface="Arial" panose="020B0604020202020204" pitchFamily="34" charset="0"/>
              </a:rPr>
              <a:t>Experiment setup:</a:t>
            </a:r>
          </a:p>
          <a:p>
            <a:endParaRPr lang="en-US" altLang="zh-C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zh-CN" sz="2800" dirty="0">
                <a:latin typeface="Arial" panose="020B0604020202020204" pitchFamily="34" charset="0"/>
                <a:cs typeface="Arial" panose="020B0604020202020204" pitchFamily="34" charset="0"/>
              </a:rPr>
              <a:t>Experiment models:</a:t>
            </a:r>
          </a:p>
          <a:p>
            <a:endParaRPr lang="en-US" altLang="zh-C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open-source model: qwen3</a:t>
            </a:r>
          </a:p>
          <a:p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close-source models: gpt-4o, gpt-5</a:t>
            </a:r>
            <a:r>
              <a:rPr lang="en-US" altLang="zh-CN" sz="2000">
                <a:latin typeface="Arial" panose="020B0604020202020204" pitchFamily="34" charset="0"/>
                <a:cs typeface="Arial" panose="020B0604020202020204" pitchFamily="34" charset="0"/>
              </a:rPr>
              <a:t>, gemini-2.5-flash-thinking</a:t>
            </a:r>
          </a:p>
          <a:p>
            <a:endParaRPr lang="en-US" altLang="zh-C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zh-CN" sz="2800" dirty="0">
                <a:latin typeface="Arial" panose="020B0604020202020204" pitchFamily="34" charset="0"/>
                <a:cs typeface="Arial" panose="020B0604020202020204" pitchFamily="34" charset="0"/>
              </a:rPr>
              <a:t>Experiment datasets:</a:t>
            </a:r>
          </a:p>
          <a:p>
            <a:endParaRPr lang="en-US" altLang="zh-C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817 samples from </a:t>
            </a:r>
            <a:r>
              <a:rPr lang="en-US" altLang="zh-CN" sz="2000" dirty="0" err="1">
                <a:latin typeface="Arial" panose="020B0604020202020204" pitchFamily="34" charset="0"/>
                <a:cs typeface="Arial" panose="020B0604020202020204" pitchFamily="34" charset="0"/>
              </a:rPr>
              <a:t>TruthfulQA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, 399 samples from </a:t>
            </a:r>
            <a:r>
              <a:rPr lang="en-US" altLang="zh-CN" sz="2000" dirty="0" err="1">
                <a:latin typeface="Arial" panose="020B0604020202020204" pitchFamily="34" charset="0"/>
                <a:cs typeface="Arial" panose="020B0604020202020204" pitchFamily="34" charset="0"/>
              </a:rPr>
              <a:t>FreshQA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, 610 samples from </a:t>
            </a:r>
            <a:r>
              <a:rPr lang="en-US" altLang="zh-CN" sz="2000" dirty="0" err="1">
                <a:latin typeface="Arial" panose="020B0604020202020204" pitchFamily="34" charset="0"/>
                <a:cs typeface="Arial" panose="020B0604020202020204" pitchFamily="34" charset="0"/>
              </a:rPr>
              <a:t>HotpotQA</a:t>
            </a:r>
            <a:endParaRPr lang="en-US" altLang="zh-C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total 1826 samples</a:t>
            </a:r>
          </a:p>
          <a:p>
            <a:endParaRPr lang="en-US" altLang="zh-CN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27045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FDD900-9247-17A7-AA73-6EC198B8E4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73F56270-4478-A98D-9C20-529D9176D4A1}"/>
              </a:ext>
            </a:extLst>
          </p:cNvPr>
          <p:cNvSpPr txBox="1"/>
          <p:nvPr/>
        </p:nvSpPr>
        <p:spPr>
          <a:xfrm>
            <a:off x="479719" y="151179"/>
            <a:ext cx="11219222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>
                <a:latin typeface="Arial" panose="020B0604020202020204" pitchFamily="34" charset="0"/>
                <a:cs typeface="Arial" panose="020B0604020202020204" pitchFamily="34" charset="0"/>
              </a:rPr>
              <a:t>Research Questions:</a:t>
            </a:r>
          </a:p>
          <a:p>
            <a:endParaRPr lang="en-US" altLang="zh-CN"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RQ1: overall performance (repair accuracy)</a:t>
            </a:r>
          </a:p>
          <a:p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comparison between approaches without external knowledge source (chain of thought, chain of verification, our approach, our approach with mutations)</a:t>
            </a:r>
          </a:p>
          <a:p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comparison between approaches with external knowledge source (cove-search engine, RAG, our approach, our approach with mutations)</a:t>
            </a:r>
          </a:p>
          <a:p>
            <a:r>
              <a:rPr lang="en-US" altLang="zh-CN" sz="2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how to compare with RAG?</a:t>
            </a:r>
          </a:p>
          <a:p>
            <a:endParaRPr lang="en-US" altLang="zh-C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RQ2: overcorrection</a:t>
            </a:r>
          </a:p>
          <a:p>
            <a:endParaRPr lang="en-US" altLang="zh-C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RQ3: stability</a:t>
            </a:r>
          </a:p>
          <a:p>
            <a:endParaRPr lang="en-US" altLang="zh-C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RQ4: ablations</a:t>
            </a:r>
          </a:p>
          <a:p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number of mutations:</a:t>
            </a:r>
          </a:p>
          <a:p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temperature in (mutation generation, </a:t>
            </a:r>
            <a:r>
              <a:rPr lang="en-US" altLang="zh-CN" sz="2000" dirty="0" err="1">
                <a:latin typeface="Arial" panose="020B0604020202020204" pitchFamily="34" charset="0"/>
                <a:cs typeface="Arial" panose="020B0604020202020204" pitchFamily="34" charset="0"/>
              </a:rPr>
              <a:t>llm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-as-judge)</a:t>
            </a:r>
          </a:p>
          <a:p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inner comparison in </a:t>
            </a:r>
            <a:r>
              <a:rPr lang="en-US" altLang="zh-CN" sz="2000" dirty="0" err="1">
                <a:latin typeface="Arial" panose="020B0604020202020204" pitchFamily="34" charset="0"/>
                <a:cs typeface="Arial" panose="020B0604020202020204" pitchFamily="34" charset="0"/>
              </a:rPr>
              <a:t>llm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-as-judge (majority voting, confidence score, ranking)</a:t>
            </a:r>
          </a:p>
        </p:txBody>
      </p:sp>
    </p:spTree>
    <p:extLst>
      <p:ext uri="{BB962C8B-B14F-4D97-AF65-F5344CB8AC3E}">
        <p14:creationId xmlns:p14="http://schemas.microsoft.com/office/powerpoint/2010/main" val="5473292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4127</TotalTime>
  <Words>134</Words>
  <Application>Microsoft Office PowerPoint</Application>
  <PresentationFormat>宽屏</PresentationFormat>
  <Paragraphs>26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7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Borui Yang</dc:creator>
  <cp:lastModifiedBy>zbybr-PC</cp:lastModifiedBy>
  <cp:revision>30</cp:revision>
  <dcterms:created xsi:type="dcterms:W3CDTF">2025-10-23T01:47:16Z</dcterms:created>
  <dcterms:modified xsi:type="dcterms:W3CDTF">2026-01-08T11:23:24Z</dcterms:modified>
</cp:coreProperties>
</file>