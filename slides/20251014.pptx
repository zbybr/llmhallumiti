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D4C14-D03F-6BD0-9069-173194FDC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1ABA83-61DC-DB85-53D8-BB210B177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795C34-190D-B4B1-A05E-03F38C3E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9C5531-632C-A606-7591-565935F3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0443D0-D317-D5F2-99B1-7B783561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99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47FF8-DC91-7505-7E36-FB33FD68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B72863-4C88-BA23-5234-87071ACF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F2370-9F41-DF90-C228-3773D96B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17489-5FA6-07FC-4132-528A0808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FD3877-FE75-D37B-1846-88C1A9E8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03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A6B94-1698-274C-D465-FEC7F4DC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1FAABA-5D21-9530-CD71-08BA92864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9D5565-8DA2-40E0-89DD-76657D1C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0B850-216B-E884-7B8F-D05346D8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766519-B785-F8E3-B892-16447315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5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4C63D-DCDA-E9AF-2CF5-EF3F1FDDB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A232E-ABBC-AFF1-A413-915850388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5AD74E-E44A-7815-7D9D-06CA73FC7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FA29F9-F93A-D465-9C3F-953B3787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CA31E7-EE55-0E3C-A73C-7F3014A6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04EDC-5FDF-694B-7B10-46632478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19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58A8E-60F9-8B5B-0D68-E9E112CD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DD85F6-3CD5-4CBA-1264-34FF0F9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5177FB-524E-E783-F518-F3E27E949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AC2E93-D38C-560C-262C-7FCD59553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5FAC4B-8213-BBCF-6217-FBEC6E3FB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42751A-5B17-6EC0-0F54-A13919E7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C18947-2853-7539-DBBD-AE83391A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FCD917-06C3-8C73-4831-634CD27E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47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93094-BE21-A5A6-F9A7-9F4CDF65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2332F0-9792-F9DE-AFA2-27ACCA6B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028C31-2537-0073-B043-1E28488B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7E3766-B298-4B75-29B1-E55D7805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74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7ECD39-4963-243A-5FD3-8FF1BDC5C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C299F5-3386-A8E6-E6A1-0DD1DB97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20EAF-C77D-DAFE-8666-84889E72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36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75B6E-EE80-2BA6-5937-73D727A7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F96DE4-9CA5-581C-722E-5A9D2E78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0B73AF-AD71-EDD5-CE26-5A3217AA6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5E4835-FA5E-075F-0620-2B4411FA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BEFD7A-5E71-9616-F913-5123D051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82111A-66DE-009F-DB25-A02BA1DA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62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5D7D9-7092-6F16-6B4B-05FC9E17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F90B97-DA6F-1CDD-5930-FD4E563C5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50596D-A4A2-7EEB-68FF-A5D7A9B18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785882-B5D9-69A3-8E87-8121E66D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46A9CF-45A3-5B43-FE5B-A892CF88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881AF9-8FA3-A4B3-4E93-2C27CDD9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32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CA536-1C62-6786-2F13-4BD2C2C5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48FC03-ACA9-15B6-3812-0BD0B4EAB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E969CC-5FEE-8F80-A4D6-9FD5304E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02616-5DAA-EBE1-8EE6-CB92A00A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BA0670-544B-B0B8-5D81-67FC6852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DA0E5D-7B9C-815C-C996-60A8A1C5E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746C62-0EB0-A9E8-DE68-561A6074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D7CC33-C761-489E-FAA9-7201D583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2F5E5-854D-9A11-1B84-1BF6FA92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DBA-A470-939E-2AC3-DC544C04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29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EDB4BE-674E-BB7C-2FA3-7F5CC093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83BC32-6BB0-5445-A986-7CB9D1737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5EA86-9A56-05E2-67A5-1A190DC68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232C8-B707-44BD-9461-7BDC4045D5EB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1AF635-854B-3800-E89E-5DD9F5290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B0DD52-FC38-F2B1-82AF-7EC856E96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10391-D0D5-4987-B298-4200761CB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07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1089EA-9C38-21A3-7A04-8DD227C3A708}"/>
              </a:ext>
            </a:extLst>
          </p:cNvPr>
          <p:cNvSpPr txBox="1"/>
          <p:nvPr/>
        </p:nvSpPr>
        <p:spPr>
          <a:xfrm>
            <a:off x="393257" y="335845"/>
            <a:ext cx="114054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Total samples: 224(85 from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76 from HotpotQA, 63 from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TriviaQA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gpt-4o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rate: 52/224 (23.21%)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detection rate: 40/52 (76.92%)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re-check hallucination rate: 33/224 (14.73%)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correction(mitigation) rate: 25/40 (62.50%)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unnecessary repair: 6/224 (2.68%)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gp5-chat-latest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rate: 63/224 (28.12%)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detection rate: 59/63 (93.65%)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re-check hallucination rate: 51/224 (22.77%)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mitigation rate: 27 / 59 (45.76%)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unnecessary repair: 15/224 (6.70%)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gpt5-2025-08-07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rate: 16/224 (7.14%)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detection rate: 13/16 (81.25%)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re-check hallucination rate: 11/224 (4.91%)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hallucination mitigation rate: 7/13 (53.85%)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unnecessary repair: 3/224 (1.34%)</a:t>
            </a:r>
          </a:p>
        </p:txBody>
      </p:sp>
    </p:spTree>
    <p:extLst>
      <p:ext uri="{BB962C8B-B14F-4D97-AF65-F5344CB8AC3E}">
        <p14:creationId xmlns:p14="http://schemas.microsoft.com/office/powerpoint/2010/main" val="73201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E2344C0-0CCA-75A4-DAEB-F42D77E55B5F}"/>
              </a:ext>
            </a:extLst>
          </p:cNvPr>
          <p:cNvSpPr txBox="1"/>
          <p:nvPr/>
        </p:nvSpPr>
        <p:spPr>
          <a:xfrm>
            <a:off x="393257" y="335845"/>
            <a:ext cx="114054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Question -&gt; Base response -&gt; Prompt(Fault Injection) -&gt; Re-answer response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在哪里加入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mutation(majority vote)?</a:t>
            </a:r>
          </a:p>
        </p:txBody>
      </p:sp>
    </p:spTree>
    <p:extLst>
      <p:ext uri="{BB962C8B-B14F-4D97-AF65-F5344CB8AC3E}">
        <p14:creationId xmlns:p14="http://schemas.microsoft.com/office/powerpoint/2010/main" val="2821449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160</Words>
  <Application>Microsoft Office PowerPoint</Application>
  <PresentationFormat>宽屏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Borui Yang</cp:lastModifiedBy>
  <cp:revision>2</cp:revision>
  <dcterms:created xsi:type="dcterms:W3CDTF">2025-10-14T00:44:05Z</dcterms:created>
  <dcterms:modified xsi:type="dcterms:W3CDTF">2025-10-14T06:40:50Z</dcterms:modified>
</cp:coreProperties>
</file>