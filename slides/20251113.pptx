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7" r:id="rId4"/>
    <p:sldId id="263" r:id="rId5"/>
    <p:sldId id="258" r:id="rId6"/>
    <p:sldId id="262" r:id="rId7"/>
    <p:sldId id="25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309.11495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Inject the assumption of possible faults (hallucinations or factual errors) in a follow‑up prompt to trigger a self‑fact‑checking cycle.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The LLM re‑examines the original answer under this “fault injection” premise and produces a concise corrected final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-&gt; prompt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fault injection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(Borui: could also use mutations in recheck process, which surely can improve effectiveness)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RECHECK_PROMPT = """The **original response** contains hallucinations or factual errors in answering the given question. Your task is to fact-check it and provide a corrected one-sentence answer.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…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"""</a:t>
            </a:r>
          </a:p>
        </p:txBody>
      </p:sp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2CF2-3B27-A241-3FBF-A866299B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5DEC9B-2475-63EE-2956-66364BD805A7}"/>
              </a:ext>
            </a:extLst>
          </p:cNvPr>
          <p:cNvSpPr txBox="1"/>
          <p:nvPr/>
        </p:nvSpPr>
        <p:spPr>
          <a:xfrm>
            <a:off x="479719" y="151179"/>
            <a:ext cx="11219222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CoT’s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LLM’s deep-thinking mode and prompt LLM generate a more accurate answer.</a:t>
            </a:r>
          </a:p>
          <a:p>
            <a:r>
              <a:rPr lang="en-US" altLang="zh-CN" dirty="0"/>
              <a:t>COT_PROMPT = """You are given a question and original response.</a:t>
            </a:r>
            <a:br>
              <a:rPr lang="en-US" altLang="zh-CN" dirty="0"/>
            </a:br>
            <a:r>
              <a:rPr lang="en-US" altLang="zh-CN" dirty="0"/>
              <a:t>Let's think step by step and provide the most accurate final answer.</a:t>
            </a:r>
            <a:br>
              <a:rPr lang="en-US" altLang="zh-CN" dirty="0"/>
            </a:br>
            <a:r>
              <a:rPr lang="en-US" altLang="zh-CN" dirty="0"/>
              <a:t>"""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CoVe’s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https://arxiv.org/pdf/2309.11495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Generates a set of targeted verification questions that help fact‑check different parts of its original reasoning.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Next, the LLM independently answers these verification questions, often using retrieval, and uses the verified facts to revise the original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28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224 (85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63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TriviaQA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76 from HotpotQA)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Randomly select about 50%(111) samples to generate hallucination base response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(chain-of-thought),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(chain-of-verification,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MetaAI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A533DA-5BC4-3128-4B72-2E2279D8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9776EFB-8D87-EA22-B01C-4E1567653A07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on gpt-4o:</a:t>
            </a: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3565263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B12D75-5FB7-D508-FD21-61C12C559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3B29AC9-E649-A6F2-DEAA-169F40FF0A5F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</a:t>
            </a: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on gpt-5:</a:t>
            </a:r>
            <a:endParaRPr lang="en-US" altLang="zh-C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2458217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492F690-233A-A801-D794-02C398189544}"/>
              </a:ext>
            </a:extLst>
          </p:cNvPr>
          <p:cNvSpPr txBox="1"/>
          <p:nvPr/>
        </p:nvSpPr>
        <p:spPr>
          <a:xfrm>
            <a:off x="479719" y="151179"/>
            <a:ext cx="1123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Conclusion and TODO List:</a:t>
            </a: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3264</TotalTime>
  <Words>667</Words>
  <Application>Microsoft Office PowerPoint</Application>
  <PresentationFormat>宽屏</PresentationFormat>
  <Paragraphs>76</Paragraphs>
  <Slides>7</Slides>
  <Notes>0</Notes>
  <HiddenSlides>2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14</cp:revision>
  <dcterms:created xsi:type="dcterms:W3CDTF">2025-10-23T01:47:16Z</dcterms:created>
  <dcterms:modified xsi:type="dcterms:W3CDTF">2025-11-19T02:26:13Z</dcterms:modified>
</cp:coreProperties>
</file>