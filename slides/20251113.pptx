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7" r:id="rId4"/>
    <p:sldId id="263" r:id="rId5"/>
    <p:sldId id="258" r:id="rId6"/>
    <p:sldId id="262" r:id="rId7"/>
    <p:sldId id="259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309.11495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B0C4B1-B12B-1259-2708-F66B372AB7C3}"/>
              </a:ext>
            </a:extLst>
          </p:cNvPr>
          <p:cNvSpPr txBox="1"/>
          <p:nvPr/>
        </p:nvSpPr>
        <p:spPr>
          <a:xfrm>
            <a:off x="479719" y="151179"/>
            <a:ext cx="11219222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Idea: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Inject the assumption of possible faults (hallucinations or factual errors) in a follow‑up prompt to trigger a self‑fact‑checking cycle.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The LLM re‑examines the original answer under this “fault injection” premise and produces a concise corrected final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Workflow: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Question to LLM 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-&gt; prompt with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fault injection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(Borui: could also use mutations in recheck process, which surely can improve effectiveness)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Prompt example: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RECHECK_PROMPT = """The **original response** contains hallucinations or factual errors in answering the given question. Your task is to fact-check it and provide a corrected one-sentence answer.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…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"""</a:t>
            </a:r>
          </a:p>
        </p:txBody>
      </p:sp>
    </p:spTree>
    <p:extLst>
      <p:ext uri="{BB962C8B-B14F-4D97-AF65-F5344CB8AC3E}">
        <p14:creationId xmlns:p14="http://schemas.microsoft.com/office/powerpoint/2010/main" val="204535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2CF2-3B27-A241-3FBF-A866299B1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C5DEC9B-2475-63EE-2956-66364BD805A7}"/>
              </a:ext>
            </a:extLst>
          </p:cNvPr>
          <p:cNvSpPr txBox="1"/>
          <p:nvPr/>
        </p:nvSpPr>
        <p:spPr>
          <a:xfrm>
            <a:off x="479719" y="151179"/>
            <a:ext cx="11219222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CoT’s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Use LLM’s deep-thinking mode and prompt LLM generate a more accurate answer.</a:t>
            </a:r>
          </a:p>
          <a:p>
            <a:r>
              <a:rPr lang="en-US" altLang="zh-CN" dirty="0"/>
              <a:t>COT_PROMPT = """You are given a question and original response.</a:t>
            </a:r>
            <a:br>
              <a:rPr lang="en-US" altLang="zh-CN" dirty="0"/>
            </a:br>
            <a:r>
              <a:rPr lang="en-US" altLang="zh-CN" dirty="0"/>
              <a:t>Let's think step by step and provide the most accurate final answer.</a:t>
            </a:r>
            <a:br>
              <a:rPr lang="en-US" altLang="zh-CN" dirty="0"/>
            </a:br>
            <a:r>
              <a:rPr lang="en-US" altLang="zh-CN" dirty="0"/>
              <a:t>"""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CoVe’s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https://arxiv.org/pdf/2309.11495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Generates a set of targeted verification questions that help fact‑check different parts of its original reasoning.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Next, the LLM independently answers these verification questions, often using retrieval, and uses the verified facts to revise the original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280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4BB9-73A1-D41C-F92F-3EA3D4F1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8B3972-7AD1-1633-2C19-92F39550E868}"/>
              </a:ext>
            </a:extLst>
          </p:cNvPr>
          <p:cNvSpPr txBox="1"/>
          <p:nvPr/>
        </p:nvSpPr>
        <p:spPr>
          <a:xfrm>
            <a:off x="479719" y="151179"/>
            <a:ext cx="1121922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dataset: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224 (85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63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TriviaQA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76 from HotpotQA)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Randomly select about 50%(111) samples to generate hallucination base response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Baseline: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(chain-of-thought),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(chain-of-verification,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MetaAI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 parameters: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provided by approaches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unsuccessful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overcorrection: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</a:t>
            </a:r>
          </a:p>
        </p:txBody>
      </p:sp>
    </p:spTree>
    <p:extLst>
      <p:ext uri="{BB962C8B-B14F-4D97-AF65-F5344CB8AC3E}">
        <p14:creationId xmlns:p14="http://schemas.microsoft.com/office/powerpoint/2010/main" val="947931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5B9A-31CF-8F79-EE06-A27A4F0A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表, 条形图&#10;&#10;AI 生成的内容可能不正确。">
            <a:extLst>
              <a:ext uri="{FF2B5EF4-FFF2-40B4-BE49-F238E27FC236}">
                <a16:creationId xmlns:a16="http://schemas.microsoft.com/office/drawing/2014/main" id="{1BCD90D5-6BBB-175A-4E6B-1BD618247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573" y="59230"/>
            <a:ext cx="3924978" cy="3210648"/>
          </a:xfrm>
          <a:prstGeom prst="rect">
            <a:avLst/>
          </a:prstGeom>
        </p:spPr>
      </p:pic>
      <p:pic>
        <p:nvPicPr>
          <p:cNvPr id="5" name="图片 4" descr="图表, 条形图&#10;&#10;AI 生成的内容可能不正确。">
            <a:extLst>
              <a:ext uri="{FF2B5EF4-FFF2-40B4-BE49-F238E27FC236}">
                <a16:creationId xmlns:a16="http://schemas.microsoft.com/office/drawing/2014/main" id="{33944433-05EC-4E5C-2432-96D536C1AC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451" y="59230"/>
            <a:ext cx="3924978" cy="3210648"/>
          </a:xfrm>
          <a:prstGeom prst="rect">
            <a:avLst/>
          </a:prstGeom>
        </p:spPr>
      </p:pic>
      <p:pic>
        <p:nvPicPr>
          <p:cNvPr id="7" name="图片 6" descr="图表, 条形图&#10;&#10;AI 生成的内容可能不正确。">
            <a:extLst>
              <a:ext uri="{FF2B5EF4-FFF2-40B4-BE49-F238E27FC236}">
                <a16:creationId xmlns:a16="http://schemas.microsoft.com/office/drawing/2014/main" id="{8C50FD57-46EA-4B78-D86C-7E8E4FBD7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573" y="3429000"/>
            <a:ext cx="3924978" cy="3210648"/>
          </a:xfrm>
          <a:prstGeom prst="rect">
            <a:avLst/>
          </a:prstGeom>
        </p:spPr>
      </p:pic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CC2F5A7-2FAD-0E56-694F-3D8F18AB4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189131"/>
              </p:ext>
            </p:extLst>
          </p:nvPr>
        </p:nvGraphicFramePr>
        <p:xfrm>
          <a:off x="6096000" y="3429000"/>
          <a:ext cx="5948220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644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</a:tblGrid>
              <a:tr h="673835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Token Cost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Chain-of-Thought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CoT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Chain-of-Verification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CoVe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r>
                        <a:rPr lang="zh-CN" alt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mutations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97.97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2073.16</a:t>
                      </a:r>
                      <a:endParaRPr lang="zh-CN" altLang="en-US" sz="14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1569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5619.32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305.13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1271.36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469CD08E-F3B2-84D2-93AA-148551C0E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963427"/>
              </p:ext>
            </p:extLst>
          </p:nvPr>
        </p:nvGraphicFramePr>
        <p:xfrm>
          <a:off x="6096000" y="4929242"/>
          <a:ext cx="5948220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644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</a:tblGrid>
              <a:tr h="6666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Time Cost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Chain-of-Thought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CoT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Chain-of-Verification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CoVe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r>
                        <a:rPr lang="zh-CN" alt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mutations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17.09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13.46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155.00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240.96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306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A533DA-5BC4-3128-4B72-2E2279D8A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9776EFB-8D87-EA22-B01C-4E1567653A07}"/>
              </a:ext>
            </a:extLst>
          </p:cNvPr>
          <p:cNvSpPr txBox="1"/>
          <p:nvPr/>
        </p:nvSpPr>
        <p:spPr>
          <a:xfrm>
            <a:off x="488956" y="0"/>
            <a:ext cx="10890245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 on gpt-4o:</a:t>
            </a: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</a:t>
            </a:r>
          </a:p>
        </p:txBody>
      </p:sp>
    </p:spTree>
    <p:extLst>
      <p:ext uri="{BB962C8B-B14F-4D97-AF65-F5344CB8AC3E}">
        <p14:creationId xmlns:p14="http://schemas.microsoft.com/office/powerpoint/2010/main" val="3565263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B12D75-5FB7-D508-FD21-61C12C559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3B29AC9-E649-A6F2-DEAA-169F40FF0A5F}"/>
              </a:ext>
            </a:extLst>
          </p:cNvPr>
          <p:cNvSpPr txBox="1"/>
          <p:nvPr/>
        </p:nvSpPr>
        <p:spPr>
          <a:xfrm>
            <a:off x="488956" y="0"/>
            <a:ext cx="10890245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 </a:t>
            </a: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on gpt-5:</a:t>
            </a:r>
            <a:endParaRPr lang="en-US" altLang="zh-C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</a:t>
            </a:r>
          </a:p>
        </p:txBody>
      </p:sp>
    </p:spTree>
    <p:extLst>
      <p:ext uri="{BB962C8B-B14F-4D97-AF65-F5344CB8AC3E}">
        <p14:creationId xmlns:p14="http://schemas.microsoft.com/office/powerpoint/2010/main" val="2458217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B274B-72A9-FC13-E7BE-D663AC68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492F690-233A-A801-D794-02C398189544}"/>
              </a:ext>
            </a:extLst>
          </p:cNvPr>
          <p:cNvSpPr txBox="1"/>
          <p:nvPr/>
        </p:nvSpPr>
        <p:spPr>
          <a:xfrm>
            <a:off x="479719" y="151179"/>
            <a:ext cx="1123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Conclusion and TODO List:</a:t>
            </a:r>
          </a:p>
        </p:txBody>
      </p:sp>
    </p:spTree>
    <p:extLst>
      <p:ext uri="{BB962C8B-B14F-4D97-AF65-F5344CB8AC3E}">
        <p14:creationId xmlns:p14="http://schemas.microsoft.com/office/powerpoint/2010/main" val="36043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3372</TotalTime>
  <Words>720</Words>
  <Application>Microsoft Office PowerPoint</Application>
  <PresentationFormat>宽屏</PresentationFormat>
  <Paragraphs>106</Paragraphs>
  <Slides>7</Slides>
  <Notes>0</Notes>
  <HiddenSlides>2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16</cp:revision>
  <dcterms:created xsi:type="dcterms:W3CDTF">2025-10-23T01:47:16Z</dcterms:created>
  <dcterms:modified xsi:type="dcterms:W3CDTF">2025-11-19T09:25:53Z</dcterms:modified>
</cp:coreProperties>
</file>